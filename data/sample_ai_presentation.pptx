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enables machines to simulate human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allows systems to learn from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uses neural networks with multiple layers.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used in healthcare, finance, transportation, and education.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